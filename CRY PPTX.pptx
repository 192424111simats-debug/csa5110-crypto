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4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77E4C-7CFC-4E04-BF95-64051F782E3B}" v="31" dt="2026-08-04T19:30:59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H Lingeshwaran" userId="edead6f6e8415165" providerId="LiveId" clId="{8FA44961-F5F3-467B-8D81-6944A980AE36}"/>
    <pc:docChg chg="undo redo custSel addSld delSld modSld sldOrd">
      <pc:chgData name="V H Lingeshwaran" userId="edead6f6e8415165" providerId="LiveId" clId="{8FA44961-F5F3-467B-8D81-6944A980AE36}" dt="2026-08-04T19:31:18.036" v="874" actId="732"/>
      <pc:docMkLst>
        <pc:docMk/>
      </pc:docMkLst>
      <pc:sldChg chg="addSp delSp modSp mod">
        <pc:chgData name="V H Lingeshwaran" userId="edead6f6e8415165" providerId="LiveId" clId="{8FA44961-F5F3-467B-8D81-6944A980AE36}" dt="2026-08-04T19:25:43.101" v="844" actId="1037"/>
        <pc:sldMkLst>
          <pc:docMk/>
          <pc:sldMk cId="2642048667" sldId="256"/>
        </pc:sldMkLst>
        <pc:picChg chg="add mod">
          <ac:chgData name="V H Lingeshwaran" userId="edead6f6e8415165" providerId="LiveId" clId="{8FA44961-F5F3-467B-8D81-6944A980AE36}" dt="2026-08-04T19:25:43.101" v="844" actId="1037"/>
          <ac:picMkLst>
            <pc:docMk/>
            <pc:sldMk cId="2642048667" sldId="256"/>
            <ac:picMk id="4" creationId="{E1FABDBD-0AE7-F646-4B60-A176374F0A9C}"/>
          </ac:picMkLst>
        </pc:picChg>
        <pc:picChg chg="add mod">
          <ac:chgData name="V H Lingeshwaran" userId="edead6f6e8415165" providerId="LiveId" clId="{8FA44961-F5F3-467B-8D81-6944A980AE36}" dt="2026-08-04T19:25:15.875" v="835" actId="1035"/>
          <ac:picMkLst>
            <pc:docMk/>
            <pc:sldMk cId="2642048667" sldId="256"/>
            <ac:picMk id="5" creationId="{A11ECA05-E31C-408D-A87C-1A5F41CCB1E9}"/>
          </ac:picMkLst>
        </pc:picChg>
        <pc:picChg chg="add del mod">
          <ac:chgData name="V H Lingeshwaran" userId="edead6f6e8415165" providerId="LiveId" clId="{8FA44961-F5F3-467B-8D81-6944A980AE36}" dt="2026-08-04T19:25:20.820" v="837" actId="478"/>
          <ac:picMkLst>
            <pc:docMk/>
            <pc:sldMk cId="2642048667" sldId="256"/>
            <ac:picMk id="6" creationId="{A11ECA05-E31C-408D-A87C-1A5F41CCB1E9}"/>
          </ac:picMkLst>
        </pc:picChg>
      </pc:sldChg>
      <pc:sldChg chg="addSp delSp modSp mod">
        <pc:chgData name="V H Lingeshwaran" userId="edead6f6e8415165" providerId="LiveId" clId="{8FA44961-F5F3-467B-8D81-6944A980AE36}" dt="2026-08-04T19:25:59.531" v="846" actId="22"/>
        <pc:sldMkLst>
          <pc:docMk/>
          <pc:sldMk cId="1533664736" sldId="257"/>
        </pc:sldMkLst>
        <pc:spChg chg="mod">
          <ac:chgData name="V H Lingeshwaran" userId="edead6f6e8415165" providerId="LiveId" clId="{8FA44961-F5F3-467B-8D81-6944A980AE36}" dt="2026-08-04T19:09:26.491" v="172" actId="14100"/>
          <ac:spMkLst>
            <pc:docMk/>
            <pc:sldMk cId="1533664736" sldId="257"/>
            <ac:spMk id="2" creationId="{CDC6E663-849A-D266-940F-CE1251DABFA0}"/>
          </ac:spMkLst>
        </pc:spChg>
        <pc:spChg chg="mod">
          <ac:chgData name="V H Lingeshwaran" userId="edead6f6e8415165" providerId="LiveId" clId="{8FA44961-F5F3-467B-8D81-6944A980AE36}" dt="2026-08-04T19:01:37.994" v="83" actId="2711"/>
          <ac:spMkLst>
            <pc:docMk/>
            <pc:sldMk cId="1533664736" sldId="257"/>
            <ac:spMk id="3" creationId="{B2EBDE2A-2E54-8777-CECA-87FD74438657}"/>
          </ac:spMkLst>
        </pc:spChg>
        <pc:picChg chg="add del mod">
          <ac:chgData name="V H Lingeshwaran" userId="edead6f6e8415165" providerId="LiveId" clId="{8FA44961-F5F3-467B-8D81-6944A980AE36}" dt="2026-08-04T19:25:31.394" v="840" actId="478"/>
          <ac:picMkLst>
            <pc:docMk/>
            <pc:sldMk cId="1533664736" sldId="257"/>
            <ac:picMk id="4" creationId="{A11ECA05-E31C-408D-A87C-1A5F41CCB1E9}"/>
          </ac:picMkLst>
        </pc:picChg>
        <pc:picChg chg="add">
          <ac:chgData name="V H Lingeshwaran" userId="edead6f6e8415165" providerId="LiveId" clId="{8FA44961-F5F3-467B-8D81-6944A980AE36}" dt="2026-08-04T19:25:49.342" v="845" actId="22"/>
          <ac:picMkLst>
            <pc:docMk/>
            <pc:sldMk cId="1533664736" sldId="257"/>
            <ac:picMk id="6" creationId="{F9BAD13D-A8C1-25CF-AB35-B17B8C6EA5D2}"/>
          </ac:picMkLst>
        </pc:picChg>
        <pc:picChg chg="add">
          <ac:chgData name="V H Lingeshwaran" userId="edead6f6e8415165" providerId="LiveId" clId="{8FA44961-F5F3-467B-8D81-6944A980AE36}" dt="2026-08-04T19:25:59.531" v="846" actId="22"/>
          <ac:picMkLst>
            <pc:docMk/>
            <pc:sldMk cId="1533664736" sldId="257"/>
            <ac:picMk id="8" creationId="{6B1F932A-8FDD-D5F2-2E11-E7CA36852B57}"/>
          </ac:picMkLst>
        </pc:picChg>
      </pc:sldChg>
      <pc:sldChg chg="addSp modSp mod">
        <pc:chgData name="V H Lingeshwaran" userId="edead6f6e8415165" providerId="LiveId" clId="{8FA44961-F5F3-467B-8D81-6944A980AE36}" dt="2026-08-04T19:26:16.446" v="848" actId="22"/>
        <pc:sldMkLst>
          <pc:docMk/>
          <pc:sldMk cId="1832013677" sldId="258"/>
        </pc:sldMkLst>
        <pc:spChg chg="mod">
          <ac:chgData name="V H Lingeshwaran" userId="edead6f6e8415165" providerId="LiveId" clId="{8FA44961-F5F3-467B-8D81-6944A980AE36}" dt="2026-08-04T19:09:10.500" v="170" actId="113"/>
          <ac:spMkLst>
            <pc:docMk/>
            <pc:sldMk cId="1832013677" sldId="258"/>
            <ac:spMk id="2" creationId="{ABEFF722-6E17-2B40-F8F9-E42081D2FD78}"/>
          </ac:spMkLst>
        </pc:spChg>
        <pc:spChg chg="mod">
          <ac:chgData name="V H Lingeshwaran" userId="edead6f6e8415165" providerId="LiveId" clId="{8FA44961-F5F3-467B-8D81-6944A980AE36}" dt="2026-08-04T19:03:01.135" v="91" actId="2711"/>
          <ac:spMkLst>
            <pc:docMk/>
            <pc:sldMk cId="1832013677" sldId="258"/>
            <ac:spMk id="3" creationId="{788796A3-8ACA-1F26-9F80-3F9AC9ECF698}"/>
          </ac:spMkLst>
        </pc:spChg>
        <pc:picChg chg="add">
          <ac:chgData name="V H Lingeshwaran" userId="edead6f6e8415165" providerId="LiveId" clId="{8FA44961-F5F3-467B-8D81-6944A980AE36}" dt="2026-08-04T19:26:06.660" v="847" actId="22"/>
          <ac:picMkLst>
            <pc:docMk/>
            <pc:sldMk cId="1832013677" sldId="258"/>
            <ac:picMk id="5" creationId="{2E2B56CC-182D-F08A-4048-CB5DBAAE284B}"/>
          </ac:picMkLst>
        </pc:picChg>
        <pc:picChg chg="add">
          <ac:chgData name="V H Lingeshwaran" userId="edead6f6e8415165" providerId="LiveId" clId="{8FA44961-F5F3-467B-8D81-6944A980AE36}" dt="2026-08-04T19:26:16.446" v="848" actId="22"/>
          <ac:picMkLst>
            <pc:docMk/>
            <pc:sldMk cId="1832013677" sldId="258"/>
            <ac:picMk id="7" creationId="{E6C0C1B5-C02C-2A2C-BE76-8A4B87FB0EBC}"/>
          </ac:picMkLst>
        </pc:picChg>
      </pc:sldChg>
      <pc:sldChg chg="addSp delSp modSp mod">
        <pc:chgData name="V H Lingeshwaran" userId="edead6f6e8415165" providerId="LiveId" clId="{8FA44961-F5F3-467B-8D81-6944A980AE36}" dt="2026-08-04T19:26:50.697" v="850" actId="22"/>
        <pc:sldMkLst>
          <pc:docMk/>
          <pc:sldMk cId="2004481652" sldId="259"/>
        </pc:sldMkLst>
        <pc:spChg chg="mod">
          <ac:chgData name="V H Lingeshwaran" userId="edead6f6e8415165" providerId="LiveId" clId="{8FA44961-F5F3-467B-8D81-6944A980AE36}" dt="2026-08-04T19:09:01.549" v="169" actId="1076"/>
          <ac:spMkLst>
            <pc:docMk/>
            <pc:sldMk cId="2004481652" sldId="259"/>
            <ac:spMk id="2" creationId="{66537A84-B42E-F8D1-7B6E-936BBE6EC60E}"/>
          </ac:spMkLst>
        </pc:spChg>
        <pc:spChg chg="add del mod">
          <ac:chgData name="V H Lingeshwaran" userId="edead6f6e8415165" providerId="LiveId" clId="{8FA44961-F5F3-467B-8D81-6944A980AE36}" dt="2026-08-04T18:51:22.602" v="6" actId="11529"/>
          <ac:spMkLst>
            <pc:docMk/>
            <pc:sldMk cId="2004481652" sldId="259"/>
            <ac:spMk id="5" creationId="{0D39C7CA-EAAA-CD51-21F5-13ACACF9B543}"/>
          </ac:spMkLst>
        </pc:spChg>
        <pc:graphicFrameChg chg="modGraphic">
          <ac:chgData name="V H Lingeshwaran" userId="edead6f6e8415165" providerId="LiveId" clId="{8FA44961-F5F3-467B-8D81-6944A980AE36}" dt="2026-08-04T18:51:24.248" v="8" actId="13926"/>
          <ac:graphicFrameMkLst>
            <pc:docMk/>
            <pc:sldMk cId="2004481652" sldId="259"/>
            <ac:graphicFrameMk id="4" creationId="{1476D57C-855D-EE1F-5779-23AC7AF3BD0B}"/>
          </ac:graphicFrameMkLst>
        </pc:graphicFrameChg>
        <pc:picChg chg="add">
          <ac:chgData name="V H Lingeshwaran" userId="edead6f6e8415165" providerId="LiveId" clId="{8FA44961-F5F3-467B-8D81-6944A980AE36}" dt="2026-08-04T19:26:23.569" v="849" actId="22"/>
          <ac:picMkLst>
            <pc:docMk/>
            <pc:sldMk cId="2004481652" sldId="259"/>
            <ac:picMk id="7" creationId="{AF2AA2A0-68A5-58BB-D9C3-D987B654517B}"/>
          </ac:picMkLst>
        </pc:picChg>
        <pc:picChg chg="add">
          <ac:chgData name="V H Lingeshwaran" userId="edead6f6e8415165" providerId="LiveId" clId="{8FA44961-F5F3-467B-8D81-6944A980AE36}" dt="2026-08-04T19:26:50.697" v="850" actId="22"/>
          <ac:picMkLst>
            <pc:docMk/>
            <pc:sldMk cId="2004481652" sldId="259"/>
            <ac:picMk id="9" creationId="{867C533B-D0F4-F877-BF0C-B5C4749DD60B}"/>
          </ac:picMkLst>
        </pc:picChg>
      </pc:sldChg>
      <pc:sldChg chg="addSp modSp new mod">
        <pc:chgData name="V H Lingeshwaran" userId="edead6f6e8415165" providerId="LiveId" clId="{8FA44961-F5F3-467B-8D81-6944A980AE36}" dt="2026-08-04T19:27:04.365" v="852" actId="22"/>
        <pc:sldMkLst>
          <pc:docMk/>
          <pc:sldMk cId="258395598" sldId="260"/>
        </pc:sldMkLst>
        <pc:spChg chg="mod">
          <ac:chgData name="V H Lingeshwaran" userId="edead6f6e8415165" providerId="LiveId" clId="{8FA44961-F5F3-467B-8D81-6944A980AE36}" dt="2026-08-04T19:08:44.108" v="166" actId="113"/>
          <ac:spMkLst>
            <pc:docMk/>
            <pc:sldMk cId="258395598" sldId="260"/>
            <ac:spMk id="2" creationId="{982DA334-D7F1-3102-38F3-EC229E5057C8}"/>
          </ac:spMkLst>
        </pc:spChg>
        <pc:spChg chg="mod">
          <ac:chgData name="V H Lingeshwaran" userId="edead6f6e8415165" providerId="LiveId" clId="{8FA44961-F5F3-467B-8D81-6944A980AE36}" dt="2026-08-04T19:06:36.861" v="137" actId="20577"/>
          <ac:spMkLst>
            <pc:docMk/>
            <pc:sldMk cId="258395598" sldId="260"/>
            <ac:spMk id="3" creationId="{D658EC42-C98C-5B03-C94D-3BD6A895ED20}"/>
          </ac:spMkLst>
        </pc:spChg>
        <pc:picChg chg="add">
          <ac:chgData name="V H Lingeshwaran" userId="edead6f6e8415165" providerId="LiveId" clId="{8FA44961-F5F3-467B-8D81-6944A980AE36}" dt="2026-08-04T19:26:55.608" v="851" actId="22"/>
          <ac:picMkLst>
            <pc:docMk/>
            <pc:sldMk cId="258395598" sldId="260"/>
            <ac:picMk id="5" creationId="{0816CA25-2758-8277-4AC1-35D09095B727}"/>
          </ac:picMkLst>
        </pc:picChg>
        <pc:picChg chg="add">
          <ac:chgData name="V H Lingeshwaran" userId="edead6f6e8415165" providerId="LiveId" clId="{8FA44961-F5F3-467B-8D81-6944A980AE36}" dt="2026-08-04T19:27:04.365" v="852" actId="22"/>
          <ac:picMkLst>
            <pc:docMk/>
            <pc:sldMk cId="258395598" sldId="260"/>
            <ac:picMk id="7" creationId="{7BF8317F-6C28-A0E7-321E-76678D7DE241}"/>
          </ac:picMkLst>
        </pc:picChg>
      </pc:sldChg>
      <pc:sldChg chg="new del">
        <pc:chgData name="V H Lingeshwaran" userId="edead6f6e8415165" providerId="LiveId" clId="{8FA44961-F5F3-467B-8D81-6944A980AE36}" dt="2026-08-04T18:52:29.389" v="14" actId="680"/>
        <pc:sldMkLst>
          <pc:docMk/>
          <pc:sldMk cId="1561321368" sldId="261"/>
        </pc:sldMkLst>
      </pc:sldChg>
      <pc:sldChg chg="addSp modSp new mod">
        <pc:chgData name="V H Lingeshwaran" userId="edead6f6e8415165" providerId="LiveId" clId="{8FA44961-F5F3-467B-8D81-6944A980AE36}" dt="2026-08-04T19:27:28.439" v="854" actId="22"/>
        <pc:sldMkLst>
          <pc:docMk/>
          <pc:sldMk cId="1949828577" sldId="261"/>
        </pc:sldMkLst>
        <pc:spChg chg="add mod">
          <ac:chgData name="V H Lingeshwaran" userId="edead6f6e8415165" providerId="LiveId" clId="{8FA44961-F5F3-467B-8D81-6944A980AE36}" dt="2026-08-04T19:08:06.003" v="162" actId="20577"/>
          <ac:spMkLst>
            <pc:docMk/>
            <pc:sldMk cId="1949828577" sldId="261"/>
            <ac:spMk id="2" creationId="{7CE5D65A-F09D-8E66-723C-9E86BAF52954}"/>
          </ac:spMkLst>
        </pc:spChg>
        <pc:picChg chg="add">
          <ac:chgData name="V H Lingeshwaran" userId="edead6f6e8415165" providerId="LiveId" clId="{8FA44961-F5F3-467B-8D81-6944A980AE36}" dt="2026-08-04T19:27:17.754" v="853" actId="22"/>
          <ac:picMkLst>
            <pc:docMk/>
            <pc:sldMk cId="1949828577" sldId="261"/>
            <ac:picMk id="4" creationId="{E8D91F4D-4F54-5AA1-A007-25F4AE64D598}"/>
          </ac:picMkLst>
        </pc:picChg>
        <pc:picChg chg="add">
          <ac:chgData name="V H Lingeshwaran" userId="edead6f6e8415165" providerId="LiveId" clId="{8FA44961-F5F3-467B-8D81-6944A980AE36}" dt="2026-08-04T19:27:28.439" v="854" actId="22"/>
          <ac:picMkLst>
            <pc:docMk/>
            <pc:sldMk cId="1949828577" sldId="261"/>
            <ac:picMk id="6" creationId="{BEDBBD89-79DF-38DB-FEC3-9331F7691938}"/>
          </ac:picMkLst>
        </pc:picChg>
      </pc:sldChg>
      <pc:sldChg chg="modSp new add del mod">
        <pc:chgData name="V H Lingeshwaran" userId="edead6f6e8415165" providerId="LiveId" clId="{8FA44961-F5F3-467B-8D81-6944A980AE36}" dt="2026-08-04T18:53:31.488" v="43" actId="680"/>
        <pc:sldMkLst>
          <pc:docMk/>
          <pc:sldMk cId="2265642577" sldId="261"/>
        </pc:sldMkLst>
        <pc:spChg chg="mod">
          <ac:chgData name="V H Lingeshwaran" userId="edead6f6e8415165" providerId="LiveId" clId="{8FA44961-F5F3-467B-8D81-6944A980AE36}" dt="2026-08-04T18:53:06.634" v="37"/>
          <ac:spMkLst>
            <pc:docMk/>
            <pc:sldMk cId="2265642577" sldId="261"/>
            <ac:spMk id="2" creationId="{96B068BD-2D2D-0CD9-F2F7-6194233E8651}"/>
          </ac:spMkLst>
        </pc:spChg>
        <pc:spChg chg="mod">
          <ac:chgData name="V H Lingeshwaran" userId="edead6f6e8415165" providerId="LiveId" clId="{8FA44961-F5F3-467B-8D81-6944A980AE36}" dt="2026-08-04T18:53:29.903" v="42" actId="14100"/>
          <ac:spMkLst>
            <pc:docMk/>
            <pc:sldMk cId="2265642577" sldId="261"/>
            <ac:spMk id="3" creationId="{24B94E82-5824-ABC3-031A-323BCB174891}"/>
          </ac:spMkLst>
        </pc:spChg>
      </pc:sldChg>
      <pc:sldChg chg="new del">
        <pc:chgData name="V H Lingeshwaran" userId="edead6f6e8415165" providerId="LiveId" clId="{8FA44961-F5F3-467B-8D81-6944A980AE36}" dt="2026-08-04T18:52:43.583" v="16" actId="680"/>
        <pc:sldMkLst>
          <pc:docMk/>
          <pc:sldMk cId="3339801675" sldId="261"/>
        </pc:sldMkLst>
      </pc:sldChg>
      <pc:sldChg chg="addSp modSp new mod">
        <pc:chgData name="V H Lingeshwaran" userId="edead6f6e8415165" providerId="LiveId" clId="{8FA44961-F5F3-467B-8D81-6944A980AE36}" dt="2026-08-04T19:27:42.285" v="856" actId="22"/>
        <pc:sldMkLst>
          <pc:docMk/>
          <pc:sldMk cId="2808215033" sldId="262"/>
        </pc:sldMkLst>
        <pc:spChg chg="mod">
          <ac:chgData name="V H Lingeshwaran" userId="edead6f6e8415165" providerId="LiveId" clId="{8FA44961-F5F3-467B-8D81-6944A980AE36}" dt="2026-08-04T19:10:35.564" v="259" actId="1036"/>
          <ac:spMkLst>
            <pc:docMk/>
            <pc:sldMk cId="2808215033" sldId="262"/>
            <ac:spMk id="2" creationId="{4020A305-0112-AAED-CF9F-09E48C671781}"/>
          </ac:spMkLst>
        </pc:spChg>
        <pc:spChg chg="mod">
          <ac:chgData name="V H Lingeshwaran" userId="edead6f6e8415165" providerId="LiveId" clId="{8FA44961-F5F3-467B-8D81-6944A980AE36}" dt="2026-08-04T19:10:24.361" v="218" actId="1036"/>
          <ac:spMkLst>
            <pc:docMk/>
            <pc:sldMk cId="2808215033" sldId="262"/>
            <ac:spMk id="3" creationId="{54BDB541-90CE-2D45-1CEF-50C6F3C86C47}"/>
          </ac:spMkLst>
        </pc:spChg>
        <pc:picChg chg="add">
          <ac:chgData name="V H Lingeshwaran" userId="edead6f6e8415165" providerId="LiveId" clId="{8FA44961-F5F3-467B-8D81-6944A980AE36}" dt="2026-08-04T19:27:33.657" v="855" actId="22"/>
          <ac:picMkLst>
            <pc:docMk/>
            <pc:sldMk cId="2808215033" sldId="262"/>
            <ac:picMk id="5" creationId="{987B0F71-9EAF-3CE2-9873-733CAA9E06EC}"/>
          </ac:picMkLst>
        </pc:picChg>
        <pc:picChg chg="add">
          <ac:chgData name="V H Lingeshwaran" userId="edead6f6e8415165" providerId="LiveId" clId="{8FA44961-F5F3-467B-8D81-6944A980AE36}" dt="2026-08-04T19:27:42.285" v="856" actId="22"/>
          <ac:picMkLst>
            <pc:docMk/>
            <pc:sldMk cId="2808215033" sldId="262"/>
            <ac:picMk id="7" creationId="{FEA7D5C9-C0DB-DD42-E246-99E38E90A7D8}"/>
          </ac:picMkLst>
        </pc:picChg>
      </pc:sldChg>
      <pc:sldChg chg="addSp modSp new mod">
        <pc:chgData name="V H Lingeshwaran" userId="edead6f6e8415165" providerId="LiveId" clId="{8FA44961-F5F3-467B-8D81-6944A980AE36}" dt="2026-08-04T19:28:07.189" v="858" actId="22"/>
        <pc:sldMkLst>
          <pc:docMk/>
          <pc:sldMk cId="10382988" sldId="263"/>
        </pc:sldMkLst>
        <pc:spChg chg="add mod">
          <ac:chgData name="V H Lingeshwaran" userId="edead6f6e8415165" providerId="LiveId" clId="{8FA44961-F5F3-467B-8D81-6944A980AE36}" dt="2026-08-04T19:22:44.674" v="826" actId="1038"/>
          <ac:spMkLst>
            <pc:docMk/>
            <pc:sldMk cId="10382988" sldId="263"/>
            <ac:spMk id="2" creationId="{9E4712F4-A8BB-9574-C379-FF70C2B03ADD}"/>
          </ac:spMkLst>
        </pc:spChg>
        <pc:picChg chg="add">
          <ac:chgData name="V H Lingeshwaran" userId="edead6f6e8415165" providerId="LiveId" clId="{8FA44961-F5F3-467B-8D81-6944A980AE36}" dt="2026-08-04T19:27:54.136" v="857" actId="22"/>
          <ac:picMkLst>
            <pc:docMk/>
            <pc:sldMk cId="10382988" sldId="263"/>
            <ac:picMk id="4" creationId="{40E08DF7-976D-3C09-B095-FB24619F129D}"/>
          </ac:picMkLst>
        </pc:picChg>
        <pc:picChg chg="add">
          <ac:chgData name="V H Lingeshwaran" userId="edead6f6e8415165" providerId="LiveId" clId="{8FA44961-F5F3-467B-8D81-6944A980AE36}" dt="2026-08-04T19:28:07.189" v="858" actId="22"/>
          <ac:picMkLst>
            <pc:docMk/>
            <pc:sldMk cId="10382988" sldId="263"/>
            <ac:picMk id="6" creationId="{DAC08562-8C70-FA18-645A-0F05BAAD03EC}"/>
          </ac:picMkLst>
        </pc:picChg>
      </pc:sldChg>
      <pc:sldChg chg="new del">
        <pc:chgData name="V H Lingeshwaran" userId="edead6f6e8415165" providerId="LiveId" clId="{8FA44961-F5F3-467B-8D81-6944A980AE36}" dt="2026-08-04T18:54:49.047" v="51" actId="680"/>
        <pc:sldMkLst>
          <pc:docMk/>
          <pc:sldMk cId="2042036498" sldId="263"/>
        </pc:sldMkLst>
      </pc:sldChg>
      <pc:sldChg chg="addSp modSp new mod">
        <pc:chgData name="V H Lingeshwaran" userId="edead6f6e8415165" providerId="LiveId" clId="{8FA44961-F5F3-467B-8D81-6944A980AE36}" dt="2026-08-04T19:28:47.821" v="862" actId="1076"/>
        <pc:sldMkLst>
          <pc:docMk/>
          <pc:sldMk cId="3203632551" sldId="264"/>
        </pc:sldMkLst>
        <pc:spChg chg="mod">
          <ac:chgData name="V H Lingeshwaran" userId="edead6f6e8415165" providerId="LiveId" clId="{8FA44961-F5F3-467B-8D81-6944A980AE36}" dt="2026-08-04T19:21:37.033" v="805" actId="1037"/>
          <ac:spMkLst>
            <pc:docMk/>
            <pc:sldMk cId="3203632551" sldId="264"/>
            <ac:spMk id="2" creationId="{E8E4A635-4502-3CF9-6501-D8A4E5997226}"/>
          </ac:spMkLst>
        </pc:spChg>
        <pc:spChg chg="mod">
          <ac:chgData name="V H Lingeshwaran" userId="edead6f6e8415165" providerId="LiveId" clId="{8FA44961-F5F3-467B-8D81-6944A980AE36}" dt="2026-08-04T19:20:57.705" v="785" actId="15"/>
          <ac:spMkLst>
            <pc:docMk/>
            <pc:sldMk cId="3203632551" sldId="264"/>
            <ac:spMk id="3" creationId="{5FBD010D-1829-4D5E-2E27-D46527916095}"/>
          </ac:spMkLst>
        </pc:spChg>
        <pc:picChg chg="add">
          <ac:chgData name="V H Lingeshwaran" userId="edead6f6e8415165" providerId="LiveId" clId="{8FA44961-F5F3-467B-8D81-6944A980AE36}" dt="2026-08-04T19:28:16.480" v="859" actId="22"/>
          <ac:picMkLst>
            <pc:docMk/>
            <pc:sldMk cId="3203632551" sldId="264"/>
            <ac:picMk id="5" creationId="{3D64AA57-B17D-95D8-03CE-32752059B889}"/>
          </ac:picMkLst>
        </pc:picChg>
        <pc:picChg chg="add mod">
          <ac:chgData name="V H Lingeshwaran" userId="edead6f6e8415165" providerId="LiveId" clId="{8FA44961-F5F3-467B-8D81-6944A980AE36}" dt="2026-08-04T19:28:47.821" v="862" actId="1076"/>
          <ac:picMkLst>
            <pc:docMk/>
            <pc:sldMk cId="3203632551" sldId="264"/>
            <ac:picMk id="7" creationId="{F44CAAB1-139A-4C9E-C3D8-D68FB9000855}"/>
          </ac:picMkLst>
        </pc:picChg>
      </pc:sldChg>
      <pc:sldChg chg="addSp modSp new mod ord">
        <pc:chgData name="V H Lingeshwaran" userId="edead6f6e8415165" providerId="LiveId" clId="{8FA44961-F5F3-467B-8D81-6944A980AE36}" dt="2026-08-04T19:29:29.727" v="864" actId="22"/>
        <pc:sldMkLst>
          <pc:docMk/>
          <pc:sldMk cId="1460008997" sldId="265"/>
        </pc:sldMkLst>
        <pc:spChg chg="add mod">
          <ac:chgData name="V H Lingeshwaran" userId="edead6f6e8415165" providerId="LiveId" clId="{8FA44961-F5F3-467B-8D81-6944A980AE36}" dt="2026-08-04T19:16:19.068" v="519" actId="20577"/>
          <ac:spMkLst>
            <pc:docMk/>
            <pc:sldMk cId="1460008997" sldId="265"/>
            <ac:spMk id="2" creationId="{AF708A32-E852-AF8F-F9FB-ECDEA443F85D}"/>
          </ac:spMkLst>
        </pc:spChg>
        <pc:picChg chg="add">
          <ac:chgData name="V H Lingeshwaran" userId="edead6f6e8415165" providerId="LiveId" clId="{8FA44961-F5F3-467B-8D81-6944A980AE36}" dt="2026-08-04T19:28:54.911" v="863" actId="22"/>
          <ac:picMkLst>
            <pc:docMk/>
            <pc:sldMk cId="1460008997" sldId="265"/>
            <ac:picMk id="4" creationId="{E2F04C5E-B408-1ED7-3074-9067C07252FE}"/>
          </ac:picMkLst>
        </pc:picChg>
        <pc:picChg chg="add">
          <ac:chgData name="V H Lingeshwaran" userId="edead6f6e8415165" providerId="LiveId" clId="{8FA44961-F5F3-467B-8D81-6944A980AE36}" dt="2026-08-04T19:29:29.727" v="864" actId="22"/>
          <ac:picMkLst>
            <pc:docMk/>
            <pc:sldMk cId="1460008997" sldId="265"/>
            <ac:picMk id="6" creationId="{6DB440B9-8EC4-D0FC-C4AC-2310FD3FC790}"/>
          </ac:picMkLst>
        </pc:picChg>
      </pc:sldChg>
      <pc:sldChg chg="addSp modSp new mod">
        <pc:chgData name="V H Lingeshwaran" userId="edead6f6e8415165" providerId="LiveId" clId="{8FA44961-F5F3-467B-8D81-6944A980AE36}" dt="2026-08-04T19:29:46.830" v="866" actId="22"/>
        <pc:sldMkLst>
          <pc:docMk/>
          <pc:sldMk cId="1397745755" sldId="266"/>
        </pc:sldMkLst>
        <pc:spChg chg="mod">
          <ac:chgData name="V H Lingeshwaran" userId="edead6f6e8415165" providerId="LiveId" clId="{8FA44961-F5F3-467B-8D81-6944A980AE36}" dt="2026-08-04T19:20:03.612" v="782" actId="1038"/>
          <ac:spMkLst>
            <pc:docMk/>
            <pc:sldMk cId="1397745755" sldId="266"/>
            <ac:spMk id="2" creationId="{28CCC778-0BDD-8C3A-3A0A-D8BD20F8235B}"/>
          </ac:spMkLst>
        </pc:spChg>
        <pc:spChg chg="mod">
          <ac:chgData name="V H Lingeshwaran" userId="edead6f6e8415165" providerId="LiveId" clId="{8FA44961-F5F3-467B-8D81-6944A980AE36}" dt="2026-08-04T18:58:19.999" v="70"/>
          <ac:spMkLst>
            <pc:docMk/>
            <pc:sldMk cId="1397745755" sldId="266"/>
            <ac:spMk id="3" creationId="{DF9C574D-15B6-FB60-A479-3A6033A43A4B}"/>
          </ac:spMkLst>
        </pc:spChg>
        <pc:picChg chg="add">
          <ac:chgData name="V H Lingeshwaran" userId="edead6f6e8415165" providerId="LiveId" clId="{8FA44961-F5F3-467B-8D81-6944A980AE36}" dt="2026-08-04T19:29:38.275" v="865" actId="22"/>
          <ac:picMkLst>
            <pc:docMk/>
            <pc:sldMk cId="1397745755" sldId="266"/>
            <ac:picMk id="5" creationId="{4C6A0ED8-E424-7B9D-C725-2BF292BBDD58}"/>
          </ac:picMkLst>
        </pc:picChg>
        <pc:picChg chg="add">
          <ac:chgData name="V H Lingeshwaran" userId="edead6f6e8415165" providerId="LiveId" clId="{8FA44961-F5F3-467B-8D81-6944A980AE36}" dt="2026-08-04T19:29:46.830" v="866" actId="22"/>
          <ac:picMkLst>
            <pc:docMk/>
            <pc:sldMk cId="1397745755" sldId="266"/>
            <ac:picMk id="7" creationId="{718A0242-3CDB-3F4B-CB16-FB6C3075088F}"/>
          </ac:picMkLst>
        </pc:picChg>
      </pc:sldChg>
      <pc:sldChg chg="addSp modSp new mod">
        <pc:chgData name="V H Lingeshwaran" userId="edead6f6e8415165" providerId="LiveId" clId="{8FA44961-F5F3-467B-8D81-6944A980AE36}" dt="2026-08-04T19:30:06.750" v="869" actId="22"/>
        <pc:sldMkLst>
          <pc:docMk/>
          <pc:sldMk cId="4006999044" sldId="267"/>
        </pc:sldMkLst>
        <pc:spChg chg="mod">
          <ac:chgData name="V H Lingeshwaran" userId="edead6f6e8415165" providerId="LiveId" clId="{8FA44961-F5F3-467B-8D81-6944A980AE36}" dt="2026-08-04T19:17:26.517" v="528" actId="1076"/>
          <ac:spMkLst>
            <pc:docMk/>
            <pc:sldMk cId="4006999044" sldId="267"/>
            <ac:spMk id="2" creationId="{11FF8458-88C7-89B5-0DD6-2F40899B652E}"/>
          </ac:spMkLst>
        </pc:spChg>
        <pc:spChg chg="mod">
          <ac:chgData name="V H Lingeshwaran" userId="edead6f6e8415165" providerId="LiveId" clId="{8FA44961-F5F3-467B-8D81-6944A980AE36}" dt="2026-08-04T19:20:58.743" v="786" actId="2711"/>
          <ac:spMkLst>
            <pc:docMk/>
            <pc:sldMk cId="4006999044" sldId="267"/>
            <ac:spMk id="3" creationId="{6F778D43-53D3-C74A-9A36-ABAE8013E5C7}"/>
          </ac:spMkLst>
        </pc:spChg>
        <pc:picChg chg="add">
          <ac:chgData name="V H Lingeshwaran" userId="edead6f6e8415165" providerId="LiveId" clId="{8FA44961-F5F3-467B-8D81-6944A980AE36}" dt="2026-08-04T19:29:52.344" v="867" actId="22"/>
          <ac:picMkLst>
            <pc:docMk/>
            <pc:sldMk cId="4006999044" sldId="267"/>
            <ac:picMk id="5" creationId="{918EE2D7-ADFD-F1EB-AC1D-A264F7DCA43D}"/>
          </ac:picMkLst>
        </pc:picChg>
        <pc:picChg chg="add">
          <ac:chgData name="V H Lingeshwaran" userId="edead6f6e8415165" providerId="LiveId" clId="{8FA44961-F5F3-467B-8D81-6944A980AE36}" dt="2026-08-04T19:30:06.750" v="869" actId="22"/>
          <ac:picMkLst>
            <pc:docMk/>
            <pc:sldMk cId="4006999044" sldId="267"/>
            <ac:picMk id="7" creationId="{B43CDFE6-7E5B-F500-CC93-3D802C58DEDF}"/>
          </ac:picMkLst>
        </pc:picChg>
      </pc:sldChg>
      <pc:sldChg chg="addSp modSp new mod">
        <pc:chgData name="V H Lingeshwaran" userId="edead6f6e8415165" providerId="LiveId" clId="{8FA44961-F5F3-467B-8D81-6944A980AE36}" dt="2026-08-04T19:30:30.092" v="872" actId="22"/>
        <pc:sldMkLst>
          <pc:docMk/>
          <pc:sldMk cId="1853054416" sldId="268"/>
        </pc:sldMkLst>
        <pc:spChg chg="mod">
          <ac:chgData name="V H Lingeshwaran" userId="edead6f6e8415165" providerId="LiveId" clId="{8FA44961-F5F3-467B-8D81-6944A980AE36}" dt="2026-08-04T19:18:51.121" v="700" actId="1076"/>
          <ac:spMkLst>
            <pc:docMk/>
            <pc:sldMk cId="1853054416" sldId="268"/>
            <ac:spMk id="2" creationId="{EBAEB572-52CE-A363-EAE4-2DAF97DD3596}"/>
          </ac:spMkLst>
        </pc:spChg>
        <pc:spChg chg="mod">
          <ac:chgData name="V H Lingeshwaran" userId="edead6f6e8415165" providerId="LiveId" clId="{8FA44961-F5F3-467B-8D81-6944A980AE36}" dt="2026-08-04T19:19:21.336" v="726" actId="1036"/>
          <ac:spMkLst>
            <pc:docMk/>
            <pc:sldMk cId="1853054416" sldId="268"/>
            <ac:spMk id="3" creationId="{6EA3E06E-752D-9534-C7A6-8936C01B7F50}"/>
          </ac:spMkLst>
        </pc:spChg>
        <pc:picChg chg="add">
          <ac:chgData name="V H Lingeshwaran" userId="edead6f6e8415165" providerId="LiveId" clId="{8FA44961-F5F3-467B-8D81-6944A980AE36}" dt="2026-08-04T19:29:58.625" v="868" actId="22"/>
          <ac:picMkLst>
            <pc:docMk/>
            <pc:sldMk cId="1853054416" sldId="268"/>
            <ac:picMk id="5" creationId="{2FC0368C-8580-7F2A-38E0-240371BAF55C}"/>
          </ac:picMkLst>
        </pc:picChg>
        <pc:picChg chg="add">
          <ac:chgData name="V H Lingeshwaran" userId="edead6f6e8415165" providerId="LiveId" clId="{8FA44961-F5F3-467B-8D81-6944A980AE36}" dt="2026-08-04T19:30:30.092" v="872" actId="22"/>
          <ac:picMkLst>
            <pc:docMk/>
            <pc:sldMk cId="1853054416" sldId="268"/>
            <ac:picMk id="7" creationId="{3DCC6A83-969F-F8E6-6797-AE16D4F8032F}"/>
          </ac:picMkLst>
        </pc:picChg>
      </pc:sldChg>
      <pc:sldChg chg="addSp modSp new mod">
        <pc:chgData name="V H Lingeshwaran" userId="edead6f6e8415165" providerId="LiveId" clId="{8FA44961-F5F3-467B-8D81-6944A980AE36}" dt="2026-08-04T19:31:18.036" v="874" actId="732"/>
        <pc:sldMkLst>
          <pc:docMk/>
          <pc:sldMk cId="2774143918" sldId="269"/>
        </pc:sldMkLst>
        <pc:picChg chg="add mod modCrop">
          <ac:chgData name="V H Lingeshwaran" userId="edead6f6e8415165" providerId="LiveId" clId="{8FA44961-F5F3-467B-8D81-6944A980AE36}" dt="2026-08-04T19:31:18.036" v="874" actId="732"/>
          <ac:picMkLst>
            <pc:docMk/>
            <pc:sldMk cId="2774143918" sldId="269"/>
            <ac:picMk id="2" creationId="{FB4C61C7-2AE4-9513-09E0-52A9B3DD1FD1}"/>
          </ac:picMkLst>
        </pc:picChg>
      </pc:sldChg>
      <pc:sldChg chg="add del">
        <pc:chgData name="V H Lingeshwaran" userId="edead6f6e8415165" providerId="LiveId" clId="{8FA44961-F5F3-467B-8D81-6944A980AE36}" dt="2026-08-04T19:30:15.980" v="871" actId="47"/>
        <pc:sldMkLst>
          <pc:docMk/>
          <pc:sldMk cId="809362163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C5ACD-3078-4F53-BFE9-8B3C79FEB14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B1595-9513-46BF-8067-9C225A436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17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B1595-9513-46BF-8067-9C225A43670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6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04AC-1C4F-EFD1-036E-1A0E809DE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93B7D-0F83-75CA-A571-6F42E6EA6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FC6F9-56BE-5B3D-A315-FDE1DA95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A498D-B949-7440-8A43-B386A7CB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687B-E3B2-2103-7492-BB97AE5D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22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428B-1AD6-A7B7-83FC-9A7CCDC0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A04C0-FCC5-5845-D7EB-93CB64A93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494F9-A076-34AE-E12C-466E0D5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B748-DE99-67E4-276D-3BB926AB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ACC1E-AEF4-2727-05D8-B55A38E7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2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5DEA-1BD5-72AD-E938-6DE142D16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39ECF-8C38-0D98-F228-4A1CBFCA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25DA1-3178-8337-AEF3-44DDBCBC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D19A2-E259-08C3-6182-E30B6ACC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7107-9290-F3D0-B29D-B8DAE349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11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1656-4EDA-9842-64D6-1D07BA7E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C3DF4-C15D-DB72-1D79-92B2AD57F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2DF9B-1335-298C-8FD3-36A5921B7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EF82-9ADF-8071-F1FA-DB7C3782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E9CE9-6E40-E609-DCB6-8281EB73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DFB20-0EC6-4F21-C583-8CB5DA99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14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7F347-C02A-7825-1C53-31968BAB8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5AAEC-3F34-D406-DB80-E85FA3602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DE319-2606-C729-7C16-A6CC04E4E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25474-C29A-93E0-0E6E-69F104A53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04DA-6E1A-049E-AB8D-2B8AD50D3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A1F40-248E-1A4D-FD83-B36884A4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73AB3-5B47-33B8-5D4E-13147255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7780F-1383-AC92-C53B-C94B156B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509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A0D1-CD50-B7F6-CAC1-D9052EFA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DE895-C9B2-3985-1191-7B6866BE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44FD1-CB21-AA05-4B86-FB32AEB5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53E05-CCBC-16BD-3E73-E2A3500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59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ED806-B9E2-671C-2832-CCB720C3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6529E-DF81-7E3F-7588-B53FD833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61D8B-21BD-1C43-5E52-6F7BC8C6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9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AD10-9043-D8E4-F98A-C2F28C33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31BD-81D5-B2D0-1C6C-78110F54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A1F7F-C9CD-07AF-5AD9-7104C68ED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A1956-E129-1EC0-15DC-8CB939C2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25951-01A6-8743-7CAD-927C359B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6E3EB-1C28-121F-2A73-62492AD6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15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F93F-F6DF-4471-BBB2-E5160598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340E4-25C2-4F54-605D-1F38A4206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554E4-4AB3-0419-0FBC-58549CB34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9B5A7-996A-5452-F606-B9A67262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C5986-B005-6847-8C26-A994E0C1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00A0E-68B7-5AE4-EBB2-4E253EF0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2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294F-BDE5-CB85-E78C-3825B6C7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FD641-C929-63FC-EBA5-97712EA6B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F34DE-C7D8-3C74-D560-2B8C7B59E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F85D8-06A9-BD46-631D-6FFD6E52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CDFC7-3506-A5CA-2F7A-6A24555A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99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6CADB-AD0B-EF68-6ABA-925C448CD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E1B76-E63F-D7E6-215E-16980FD7A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AA0D-757A-DF2A-32FF-C3052747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C43F-7209-F3FD-D277-73150A9F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1A248-58D2-E61D-ECE5-09109503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88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379A5-3366-C102-21E2-C3ECCFB6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59ADD-A33C-E7B6-CEF7-D27F9227F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4EB6-02C2-9DA9-01DC-51F6FB3CD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8146F-EA72-49E6-8143-E52AC4A269E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A9FD3-BD3A-5BD6-4712-616F43D28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2C90C-E6EE-CFE2-F06A-F46DBFE31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87A87-2A5E-494D-9DF5-F9E0910E5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834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C145-1EE9-5FB7-66AB-EAFF194DC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608" y="1077685"/>
            <a:ext cx="9520312" cy="1770017"/>
          </a:xfrm>
        </p:spPr>
        <p:txBody>
          <a:bodyPr>
            <a:norm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TrustShare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File Sharing System with Cryptographic Access Control Using AES and RSA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38DD8-D112-2928-98F4-AE77B24CD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9608" y="482994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/>
              <a:t>Presented by,</a:t>
            </a:r>
          </a:p>
          <a:p>
            <a:pPr algn="l"/>
            <a:r>
              <a:rPr lang="en-IN" sz="1800" dirty="0" err="1"/>
              <a:t>Dharshansrinath.S</a:t>
            </a:r>
            <a:r>
              <a:rPr lang="en-IN" sz="1800" dirty="0"/>
              <a:t> 192521216</a:t>
            </a:r>
          </a:p>
          <a:p>
            <a:pPr algn="l"/>
            <a:r>
              <a:rPr lang="en-IN" sz="1800" dirty="0"/>
              <a:t>Lingeshwaran V. H  192511442</a:t>
            </a:r>
          </a:p>
          <a:p>
            <a:pPr algn="l"/>
            <a:r>
              <a:rPr lang="en-IN" sz="1800" dirty="0"/>
              <a:t>Sairam D 192424111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ABDBD-0AE7-F646-4B60-A176374F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ECA05-E31C-408D-A87C-1A5F41CCB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C8CAE-67D3-4364-1AA7-37AD1D55ACC1}"/>
              </a:ext>
            </a:extLst>
          </p:cNvPr>
          <p:cNvSpPr txBox="1"/>
          <p:nvPr/>
        </p:nvSpPr>
        <p:spPr>
          <a:xfrm>
            <a:off x="2244845" y="3540429"/>
            <a:ext cx="873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COURSE CODE &amp; NAME</a:t>
            </a:r>
            <a:r>
              <a:rPr lang="en-IN" dirty="0"/>
              <a:t>: CSA5110 CRYPTOGRAPHY AND NETWORK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08EA1-F8FB-2A39-1D42-87390369C01C}"/>
              </a:ext>
            </a:extLst>
          </p:cNvPr>
          <p:cNvSpPr txBox="1"/>
          <p:nvPr/>
        </p:nvSpPr>
        <p:spPr>
          <a:xfrm>
            <a:off x="8172871" y="4829946"/>
            <a:ext cx="2808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Guided by</a:t>
            </a:r>
            <a:r>
              <a:rPr lang="en-IN" dirty="0"/>
              <a:t>,</a:t>
            </a:r>
          </a:p>
          <a:p>
            <a:endParaRPr lang="en-IN" dirty="0"/>
          </a:p>
          <a:p>
            <a:r>
              <a:rPr lang="en-IN" dirty="0"/>
              <a:t>DR. NITHISHA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048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E663-849A-D266-940F-CE1251DA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970" y="681037"/>
            <a:ext cx="481657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BDE2A-2E54-8777-CECA-87FD74438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3883"/>
            <a:ext cx="10515600" cy="3277317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 is essential to protect sensitive information from unauthorized users. 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TrustShare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encrypts files before storage and allows only authorized users to access shared files.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modern cryptography and access control techniques to ensure confidentiality, integrity, and secure communication.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AD13D-A8C1-25CF-AB35-B17B8C6E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1F932A-8FDD-D5F2-2E11-E7CA3685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6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F722-6E17-2B40-F8F9-E42081D2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905" y="679758"/>
            <a:ext cx="378419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796A3-8ACA-1F26-9F80-3F9AC9ECF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535"/>
            <a:ext cx="10515600" cy="2244930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file sharing system that protects files using strong encryption and allows access only to authenticated users.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file transfer, integrity verification, and activity monitoring using cryptographic algorithms and role-based access control.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B56CC-182D-F08A-4048-CB5DBAAE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C0C1B5-C02C-2A2C-BE76-8A4B87FB0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1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7A84-B42E-F8D1-7B6E-936BBE6E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419" y="500062"/>
            <a:ext cx="6505161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76D57C-855D-EE1F-5779-23AC7AF3B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787428"/>
              </p:ext>
            </p:extLst>
          </p:nvPr>
        </p:nvGraphicFramePr>
        <p:xfrm>
          <a:off x="1091962" y="1825625"/>
          <a:ext cx="10008075" cy="4351339"/>
        </p:xfrm>
        <a:graphic>
          <a:graphicData uri="http://schemas.openxmlformats.org/drawingml/2006/table">
            <a:tbl>
              <a:tblPr/>
              <a:tblGrid>
                <a:gridCol w="2001615">
                  <a:extLst>
                    <a:ext uri="{9D8B030D-6E8A-4147-A177-3AD203B41FA5}">
                      <a16:colId xmlns:a16="http://schemas.microsoft.com/office/drawing/2014/main" val="2119408191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3333385367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2932518303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408989275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2196270865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Author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Title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Advantage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Disadvantage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Year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361449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Joan Daemen &amp; Vincent Rijmen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Advanced Encryption Standard (AES)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Provides fast and highly secure file encryption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Symmetric key must be securely shared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2001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95774"/>
                  </a:ext>
                </a:extLst>
              </a:tr>
              <a:tr h="1392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Ronald L. Rivest, Adi Shamir &amp; Leonard Adleman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 Method for Obtaining Digital Signatures and Public-Key Cryptosystems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Secure key exchange and authentication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Slower than symmetric encryption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1978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51443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NIST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Secure Hash Standard (SHA-256)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Ensures file integrity using hashing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Cannot recover original data from hash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2015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991824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Niels Provos &amp; David Mazieres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 Future-Adaptable Password Scheme (bcrypt)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Strong password protection against brute-force attacks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Higher computation time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1999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39068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F2AA2A0-68A5-58BB-D9C3-D987B6545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7C533B-D0F4-F877-BF0C-B5C4749D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8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C778-0BDD-8C3A-3A0A-D8BD20F82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724" y="134209"/>
            <a:ext cx="7555960" cy="90852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A0ED8-E424-7B9D-C725-2BF292BB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A0242-3CDB-3F4B-CB16-FB6C30750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4758AF-C1FB-7DCF-ADEF-481A0FF5E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47" y="866274"/>
            <a:ext cx="9858439" cy="585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4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A334-D7F1-3102-38F3-EC229E50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9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User Authentication &amp; Secure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6CA25-2758-8277-4AC1-35D09095B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F8317F-6C28-A0E7-321E-76678D7DE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CBF7FE-3D7C-3F60-1DA8-CA9FCE4F64A5}"/>
              </a:ext>
            </a:extLst>
          </p:cNvPr>
          <p:cNvSpPr txBox="1"/>
          <p:nvPr/>
        </p:nvSpPr>
        <p:spPr>
          <a:xfrm>
            <a:off x="1269608" y="1241402"/>
            <a:ext cx="8660733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 users securely and control access to the system.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users securely.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user identity using JWT authentication.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user roles and permissions using RBAC.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Encrypts user passwords before storing them.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secure user authentication.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(Role-Based Access Control)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what each user can access.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access based on user roles.</a:t>
            </a:r>
          </a:p>
        </p:txBody>
      </p:sp>
    </p:spTree>
    <p:extLst>
      <p:ext uri="{BB962C8B-B14F-4D97-AF65-F5344CB8AC3E}">
        <p14:creationId xmlns:p14="http://schemas.microsoft.com/office/powerpoint/2010/main" val="25839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A305-0112-AAED-CF9F-09E48C67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97" y="-364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Secure File Encryption &amp;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B541-90CE-2D45-1CEF-50C6F3C8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511510"/>
            <a:ext cx="9706897" cy="53351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files before storage and enable secure sharing between users.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uploaded files before storing.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encrypted files with authorized users.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exchange encryption keys.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Encrypts file contents quickly and securely.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RSA-2048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Encrypts and exchanges AES keys securely.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TLS/HTTPS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files during network transfer.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 storage.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 with authorized users.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B0F71-9EAF-3CE2-9873-733CAA9E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7D5C9-C0DB-DD42-E246-99E38E90A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1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A635-4502-3CF9-6501-D8A4E599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729" y="140482"/>
            <a:ext cx="9603657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Security Monitoring &amp; Integrity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D010D-1829-4D5E-2E27-D46527916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9932" y="1466045"/>
            <a:ext cx="9603657" cy="4802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file integrity and monitor all user activities.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files using hash values.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user login and sharing activities.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audit logs for administrators. </a:t>
            </a:r>
          </a:p>
          <a:p>
            <a:pPr marL="0" indent="0">
              <a:buNone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file hash to detect tampering.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Logging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all important user actions.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 (RSA)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Confirms file authenticity (optional feature).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integrity verification.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audit trail and activity monitoring.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4AA57-B17D-95D8-03CE-32752059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CAAB1-139A-4C9E-C3D8-D68FB900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3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8458-88C7-89B5-0DD6-2F40899B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119" y="945229"/>
            <a:ext cx="4087762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8D43-53D3-C74A-9A36-ABAE8013E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32" y="2622039"/>
            <a:ext cx="10515600" cy="3375640"/>
          </a:xfrm>
        </p:spPr>
        <p:txBody>
          <a:bodyPr/>
          <a:lstStyle/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TrustShare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secure authentication, encrypted file storage, and controlled file sharing using modern cryptographic techniques.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AES, RSA, SHA-256, JWT, and RBAC together ensure confidentiality, integrity, and secure access.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data security, protects sensitive information, and maintains complete activity logs for better monitoring.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EE2D7-ADFD-F1EB-AC1D-A264F7DCA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3CDFE6-7E5B-F500-CC93-3D802C58D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9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B572-52CE-A363-EAE4-2DAF97DD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062" y="457201"/>
            <a:ext cx="410832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3E06E-752D-9534-C7A6-8936C01B7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32" y="2100927"/>
            <a:ext cx="10515600" cy="429987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Daemen and V.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Rijmen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Design of Rijndael: AES – The Advanced Encryption Standard. Berlin, Germany: Springer, 2002.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L. Rivest, A. Shamir, and L. Adleman, "A Method for Obtaining Digital Signatures and Public-Key Cryptosystems," Communications of the ACM, vol. 21, no. 2, pp. 120–126, Feb. 1978.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(NIST), Secure Hash Standard (SHS), FIPS PUB 180-4, Aug. 2015.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Provos and D.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Mazieres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Future-Adaptable Password Scheme," in USENIX Annual Technical Conference, Monterey, CA, USA, 1999.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0368C-8580-7F2A-38E0-240371BA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386" y="11318"/>
            <a:ext cx="1210614" cy="1230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CC6A83-969F-F8E6-6797-AE16D4F8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" y="15626"/>
            <a:ext cx="1210614" cy="12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5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4C61C7-2AE4-9513-09E0-52A9B3DD1F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38" r="1638"/>
          <a:stretch>
            <a:fillRect/>
          </a:stretch>
        </p:blipFill>
        <p:spPr>
          <a:xfrm>
            <a:off x="2376202" y="-172811"/>
            <a:ext cx="7203621" cy="720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4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680</Words>
  <Application>Microsoft Office PowerPoint</Application>
  <PresentationFormat>Widescreen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TrustShare: Secure File Sharing System with Cryptographic Access Control Using AES and RSA</vt:lpstr>
      <vt:lpstr>INTRODUCTION</vt:lpstr>
      <vt:lpstr>OBJECTIVES</vt:lpstr>
      <vt:lpstr>LITERATURE REVIEW</vt:lpstr>
      <vt:lpstr>SYSTEM ARCHITECTURE            </vt:lpstr>
      <vt:lpstr>MODULE 1 : User Authentication &amp; Secure Access</vt:lpstr>
      <vt:lpstr>MODULE 2 : Secure File Encryption &amp; Sharing</vt:lpstr>
      <vt:lpstr>MODULE 3 : Security Monitoring &amp; Integrity Verification</vt:lpstr>
      <vt:lpstr>CONCLUSION</vt:lpstr>
      <vt:lpstr>REFERENCES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H Lingeshwaran</dc:creator>
  <cp:lastModifiedBy>Sairam D</cp:lastModifiedBy>
  <cp:revision>14</cp:revision>
  <dcterms:created xsi:type="dcterms:W3CDTF">2026-08-04T18:43:24Z</dcterms:created>
  <dcterms:modified xsi:type="dcterms:W3CDTF">2026-08-05T05:23:53Z</dcterms:modified>
</cp:coreProperties>
</file>